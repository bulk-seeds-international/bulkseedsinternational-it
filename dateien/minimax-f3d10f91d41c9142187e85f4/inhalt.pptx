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it-4535b3.gitlab.io/spedizione-internazionale-sementi-checklist-prima-del-preventivo/" TargetMode="External"/><Relationship Id="rId3" Type="http://schemas.openxmlformats.org/officeDocument/2006/relationships/hyperlink" Target="https://bulk-seeds-international.github.io/bulkseedsinternational-it/dateien/minimax-f3d10f91d41c9142187e85f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Spedizione internazionale sementi: checklist documentale prima del preventivo · Presentation</a:t>
            </a:r>
          </a:p>
        </p:txBody>
      </p:sp>
      <p:sp>
        <p:nvSpPr>
          <p:cNvPr id="3" name="Content Placeholder 2"/>
          <p:cNvSpPr>
            <a:spLocks noGrp="1"/>
          </p:cNvSpPr>
          <p:nvPr>
            <p:ph idx="1"/>
          </p:nvPr>
        </p:nvSpPr>
        <p:spPr/>
        <p:txBody>
          <a:bodyPr/>
          <a:lstStyle/>
          <a:p>
            <a:r>
              <a:t>Preparare una richiesta di spedizione internazionale di sementi non significa soltanto indicare varietà e quantità. Una scheda ben compilata rende la richiesta verificabile e permette al fornitore di valutare trasporto, documentazione e responsabilità. Questa guida accompagna passo dopo passo nella raccolta dei dati essenziali, ricordando che una richiesta completa resta senza impegno fino alla conferma delle condizioni.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Perché una scheda di spedizione prima del preventivo</a:t>
            </a:r>
          </a:p>
        </p:txBody>
      </p:sp>
      <p:sp>
        <p:nvSpPr>
          <p:cNvPr id="3" name="Content Placeholder 2"/>
          <p:cNvSpPr>
            <a:spLocks noGrp="1"/>
          </p:cNvSpPr>
          <p:nvPr>
            <p:ph idx="1"/>
          </p:nvPr>
        </p:nvSpPr>
        <p:spPr/>
        <p:txBody>
          <a:bodyPr/>
          <a:lstStyle/>
          <a:p>
            <a:pPr>
              <a:defRPr sz="1800"/>
            </a:pPr>
            <a:r>
              <a:t>Una richiesta internazionale che si limita a elencare le varietà lascia aperti molti aspetti che incidono su costi e tempi. Raccogliere in un'unica scheda i dati della destinazione, l'identificazione delle sementi, la documentazione e le responsabilità permette al fornitore di esaminare la richiesta in modo completo. La scheda non trasforma la richiesta in un ordine: le richieste sono senza impegno e le condizioni effettive vengono stabilite separatamente. Per questo è utile distinguere fin dall'inizio i dati che devi fornire dagli aspetti che devono essere concordati in un secondo momento.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 dati logistici da indicare</a:t>
            </a:r>
          </a:p>
        </p:txBody>
      </p:sp>
      <p:sp>
        <p:nvSpPr>
          <p:cNvPr id="3" name="Content Placeholder 2"/>
          <p:cNvSpPr>
            <a:spLocks noGrp="1"/>
          </p:cNvSpPr>
          <p:nvPr>
            <p:ph idx="1"/>
          </p:nvPr>
        </p:nvSpPr>
        <p:spPr/>
        <p:txBody>
          <a:bodyPr/>
          <a:lstStyle/>
          <a:p>
            <a:pPr>
              <a:defRPr sz="1800"/>
            </a:pPr>
            <a:r>
              <a:t>Inizia dal contesto in cui dovrà avvenire la consegna. Indica il paese e il codice postale di destinazione, necessari per valutare trasporto, consegna e costi. Aggiungi i recapiti della tua azienda e l'indirizzo di destinazione. Specifica eventuali esigenze di confezionamento utili alla preparazione della spedizione. Comunica anche la data di consegna desiderata, distinguendola chiaramente da una data effettivamente confermata: una data richiesta non costituisce un impegno di consegna, e le condizioni reali vanno verificate prima di considerare la spedizione confermata.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Identificare con precisione ogni articolo</a:t>
            </a:r>
          </a:p>
        </p:txBody>
      </p:sp>
      <p:sp>
        <p:nvSpPr>
          <p:cNvPr id="3" name="Content Placeholder 2"/>
          <p:cNvSpPr>
            <a:spLocks noGrp="1"/>
          </p:cNvSpPr>
          <p:nvPr>
            <p:ph idx="1"/>
          </p:nvPr>
        </p:nvSpPr>
        <p:spPr/>
        <p:txBody>
          <a:bodyPr/>
          <a:lstStyle/>
          <a:p>
            <a:pPr>
              <a:defRPr sz="1800"/>
            </a:pPr>
            <a:r>
              <a:t>Per ogni voce usa il nome botanico e la varietà in modo coerente con la scheda del catalogo. Indica la quantità richiesta e l'unità con cui viene contata, e segnala il formato desiderato, sapendo che i formati disponibili vengono confermati nel preventivo. È importante ricordare che la presenza di una voce nel catalogo non garantisce automaticamente che quella varietà possa essere fornita verso ogni destinazione, né conferma da sola l'idempotenza all'importazione. Il controllo delle condizioni applicabili deve quindi precedere la conferma definitiva della fornitura.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Elencare i documenti con responsabilità</a:t>
            </a:r>
          </a:p>
        </p:txBody>
      </p:sp>
      <p:sp>
        <p:nvSpPr>
          <p:cNvPr id="3" name="Content Placeholder 2"/>
          <p:cNvSpPr>
            <a:spLocks noGrp="1"/>
          </p:cNvSpPr>
          <p:nvPr>
            <p:ph idx="1"/>
          </p:nvPr>
        </p:nvSpPr>
        <p:spPr/>
        <p:txBody>
          <a:bodyPr/>
          <a:lstStyle/>
          <a:p>
            <a:pPr>
              <a:defRPr sz="1800"/>
            </a:pPr>
            <a:r>
              <a:t>Non limitarti a un elenco generico di documenti. Per ciascuno indica il tipo, chi deve occuparsene e quando deve essere disponibile. Distingui i documenti richiesti dalla tua azienda da eventuali permessi o trattamenti previsti dalla destinazione, e attribuisci esplicitamente la responsabilità di preparare e fornire ciascun documento. Segnala anche gli eventuali costi di documentazione, che devono essere confermati nel preventivo. Il documento richiesto dall'acquirente e quello previsto per l'importazione possono avere provenienza e responsabilità differenti: per questo è utile trattarli voce per voce invece di presentarli come un unico ademp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Elencare i documenti con responsabilità</a:t>
            </a:r>
          </a:p>
        </p:txBody>
      </p:sp>
      <p:sp>
        <p:nvSpPr>
          <p:cNvPr id="3" name="Content Placeholder 2"/>
          <p:cNvSpPr>
            <a:spLocks noGrp="1"/>
          </p:cNvSpPr>
          <p:nvPr>
            <p:ph idx="1"/>
          </p:nvPr>
        </p:nvSpPr>
        <p:spPr/>
        <p:txBody>
          <a:bodyPr/>
          <a:lstStyle/>
          <a:p>
            <a:pPr>
              <a:defRPr sz="1800"/>
            </a:pPr>
            <a:r>
              <a:t>imento.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Separare le responsabilità tra le parti</a:t>
            </a:r>
          </a:p>
        </p:txBody>
      </p:sp>
      <p:sp>
        <p:nvSpPr>
          <p:cNvPr id="3" name="Content Placeholder 2"/>
          <p:cNvSpPr>
            <a:spLocks noGrp="1"/>
          </p:cNvSpPr>
          <p:nvPr>
            <p:ph idx="1"/>
          </p:nvPr>
        </p:nvSpPr>
        <p:spPr/>
        <p:txBody>
          <a:bodyPr/>
          <a:lstStyle/>
          <a:p>
            <a:pPr>
              <a:defRPr sz="1800"/>
            </a:pPr>
            <a:r>
              <a:t>Prima di concordare la spedizione, attribuisci in modo esplicito i compiti. L'azienda richiedente fornisce recapiti, destinazione e dati identificativi degli articoli, comunica quali documenti richiede, indica le condizioni di importazione da chiarire, la data desiderata e le esigenze di confezionamento. Il fornitore esamina la selezione e ne verifica la disponibilità prima di formulare l'offerta, conferma nel preventivo prezzi finali, spese di spedizione, modalità di consegna ed eventuali costi di documentazione. Tre aspetti meritano particolare attenzione: chi avvia e gestisce lo sdoganamento, chi assume dazi e tasse, e chi prepara e fornis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Separare le responsabilità tra le parti</a:t>
            </a:r>
          </a:p>
        </p:txBody>
      </p:sp>
      <p:sp>
        <p:nvSpPr>
          <p:cNvPr id="3" name="Content Placeholder 2"/>
          <p:cNvSpPr>
            <a:spLocks noGrp="1"/>
          </p:cNvSpPr>
          <p:nvPr>
            <p:ph idx="1"/>
          </p:nvPr>
        </p:nvSpPr>
        <p:spPr/>
        <p:txBody>
          <a:bodyPr/>
          <a:lstStyle/>
          <a:p>
            <a:pPr>
              <a:defRPr sz="1800"/>
            </a:pPr>
            <a:r>
              <a:t>ce la documentazione d'importazione.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sequenza prima del preventivo</a:t>
            </a:r>
          </a:p>
        </p:txBody>
      </p:sp>
      <p:sp>
        <p:nvSpPr>
          <p:cNvPr id="3" name="Content Placeholder 2"/>
          <p:cNvSpPr>
            <a:spLocks noGrp="1"/>
          </p:cNvSpPr>
          <p:nvPr>
            <p:ph idx="1"/>
          </p:nvPr>
        </p:nvSpPr>
        <p:spPr/>
        <p:txBody>
          <a:bodyPr/>
          <a:lstStyle/>
          <a:p>
            <a:pPr>
              <a:defRPr sz="1800"/>
            </a:pPr>
            <a:r>
              <a:t>Prepara la selezione con nomi botanici, varietà, quantità, unità e formati; verifica la destinazione controllando le condizioni di importazione e i documenti necessari; invia una richiesta completa con paese, codice postale, recapiti, confezionamento, data richiesta e responsabilità. Esamina poi il preventivo verificando disponibilità, prezzi finali, quantità e formati, spese di spedizione, modalità di consegna e costi di documentazione. Conserva le condizioni annotando ciò che è stato confermato e distinguendo la data desiderata da quella impegnata. Se la consegna non è stata confermata, contatta il fornitore indicando il riferimento della 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sequenza prima del preventivo</a:t>
            </a:r>
          </a:p>
        </p:txBody>
      </p:sp>
      <p:sp>
        <p:nvSpPr>
          <p:cNvPr id="3" name="Content Placeholder 2"/>
          <p:cNvSpPr>
            <a:spLocks noGrp="1"/>
          </p:cNvSpPr>
          <p:nvPr>
            <p:ph idx="1"/>
          </p:nvPr>
        </p:nvSpPr>
        <p:spPr/>
        <p:txBody>
          <a:bodyPr/>
          <a:lstStyle/>
          <a:p>
            <a:pPr>
              <a:defRPr sz="1800"/>
            </a:pPr>
            <a:r>
              <a:t>ichiesta prima di un nuovo invio.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Spedizione internazionale sementi: checklist documentale prima del preventivo</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