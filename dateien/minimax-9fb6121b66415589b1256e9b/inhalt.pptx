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ulk-seeds-international.github.io/bulkseedsinternational-it/varieta-assente-dal-catalogo-richiesta-verificabile/" TargetMode="External"/><Relationship Id="rId3" Type="http://schemas.openxmlformats.org/officeDocument/2006/relationships/hyperlink" Target="https://bulk-seeds-international.github.io/bulkseedsinternational-it/dateien/minimax-9fb6121b66415589b1256e9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Varietà assente dal catalogo: come preparare una richiesta verificabile · Presentation</a:t>
            </a:r>
          </a:p>
        </p:txBody>
      </p:sp>
      <p:sp>
        <p:nvSpPr>
          <p:cNvPr id="3" name="Content Placeholder 2"/>
          <p:cNvSpPr>
            <a:spLocks noGrp="1"/>
          </p:cNvSpPr>
          <p:nvPr>
            <p:ph idx="1"/>
          </p:nvPr>
        </p:nvSpPr>
        <p:spPr/>
        <p:txBody>
          <a:bodyPr/>
          <a:lstStyle/>
          <a:p>
            <a:r>
              <a:t>Quando una varietà di sementi non compare nel catalogo, la richiesta non conferma un ordine: serve ad avviare una verifica. Per rivenditori, garden center e dettaglianti conviene presentare il caso in modo completo e distinguere subito l’articolo «non a catalogo, da verificare» da una merce già disponibile. L’assenza dal catalogo non dimostra né la disponibilità né l’indisponibilità della varietà. Questa guida spiega come preparare una richiesta verificabile, quali dati includere e come gestire internamente lo stato dell’articolo in attesa di conferma.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Perché una richiesta non è un ordine</a:t>
            </a:r>
          </a:p>
        </p:txBody>
      </p:sp>
      <p:sp>
        <p:nvSpPr>
          <p:cNvPr id="3" name="Content Placeholder 2"/>
          <p:cNvSpPr>
            <a:spLocks noGrp="1"/>
          </p:cNvSpPr>
          <p:nvPr>
            <p:ph idx="1"/>
          </p:nvPr>
        </p:nvSpPr>
        <p:spPr/>
        <p:txBody>
          <a:bodyPr/>
          <a:lstStyle/>
          <a:p>
            <a:pPr>
              <a:defRPr sz="1800"/>
            </a:pPr>
            <a:r>
              <a:t>La prima distinzione da fare è di natura, non di forma. L’assenza di una varietà dal catalogo non è una prova di indisponibilità: apre soltanto la necessità di un controllo. La richiesta, quindi, ha una finalità di verifica e serve alla preparazione di un eventuale preventivo; non costituisce un ordine né conferma la disponibilità dell’articolo. Anche sul piano operativo conta la differenza: non è necessario creare un account per inviare una richiesta, il sito non effettua pagamenti e l’invio di una richiesta non equivale a un ordine. Le regole generali su account, pagamento e differenza tra richiesta e ordine sono raccolte nelle FAQ richiest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Perché una richiesta non è un ordine</a:t>
            </a:r>
          </a:p>
        </p:txBody>
      </p:sp>
      <p:sp>
        <p:nvSpPr>
          <p:cNvPr id="3" name="Content Placeholder 2"/>
          <p:cNvSpPr>
            <a:spLocks noGrp="1"/>
          </p:cNvSpPr>
          <p:nvPr>
            <p:ph idx="1"/>
          </p:nvPr>
        </p:nvSpPr>
        <p:spPr/>
        <p:txBody>
          <a:bodyPr/>
          <a:lstStyle/>
          <a:p>
            <a:pPr>
              <a:defRPr sz="1800"/>
            </a:pPr>
            <a:r>
              <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 quattro dati minimi da indicare</a:t>
            </a:r>
          </a:p>
        </p:txBody>
      </p:sp>
      <p:sp>
        <p:nvSpPr>
          <p:cNvPr id="3" name="Content Placeholder 2"/>
          <p:cNvSpPr>
            <a:spLocks noGrp="1"/>
          </p:cNvSpPr>
          <p:nvPr>
            <p:ph idx="1"/>
          </p:nvPr>
        </p:nvSpPr>
        <p:spPr/>
        <p:txBody>
          <a:bodyPr/>
          <a:lstStyle/>
          <a:p>
            <a:pPr>
              <a:defRPr sz="1800"/>
            </a:pPr>
            <a:r>
              <a:t>La FAQ per le richieste ammette un nome botanico oppure il nome della varietà. Per rendere la verifica completa, la richiesta deve distinguere quattro dati. Primo: l’identificazione dell’articolo, con il nome botanico o il nome della varietà da verificare; non serve ricostruire una scheda di catalogo. Secondo: la quantità desiderata di sementi, così che la verifica sia riferita a un fabbisogno concreto e non soltanto al nome della varietà. Terzo: la destinazione, cioè la destinazione prevista della consegna. Quarto: i recapiti aziendali, per esempio nome della società, email e telefono, in modo che la verifica sia collegata al contesto commer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 quattro dati minimi da indicare</a:t>
            </a:r>
          </a:p>
        </p:txBody>
      </p:sp>
      <p:sp>
        <p:nvSpPr>
          <p:cNvPr id="3" name="Content Placeholder 2"/>
          <p:cNvSpPr>
            <a:spLocks noGrp="1"/>
          </p:cNvSpPr>
          <p:nvPr>
            <p:ph idx="1"/>
          </p:nvPr>
        </p:nvSpPr>
        <p:spPr/>
        <p:txBody>
          <a:bodyPr/>
          <a:lstStyle/>
          <a:p>
            <a:pPr>
              <a:defRPr sz="1800"/>
            </a:pPr>
            <a:r>
              <a:t>ciale del richiedente.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Il canale corretto e un modello di messaggio</a:t>
            </a:r>
          </a:p>
        </p:txBody>
      </p:sp>
      <p:sp>
        <p:nvSpPr>
          <p:cNvPr id="3" name="Content Placeholder 2"/>
          <p:cNvSpPr>
            <a:spLocks noGrp="1"/>
          </p:cNvSpPr>
          <p:nvPr>
            <p:ph idx="1"/>
          </p:nvPr>
        </p:nvSpPr>
        <p:spPr/>
        <p:txBody>
          <a:bodyPr/>
          <a:lstStyle/>
          <a:p>
            <a:pPr>
              <a:defRPr sz="1800"/>
            </a:pPr>
            <a:r>
              <a:t>Per una varietà non elencata, la FAQ indica di inviare i dati via e-mail. Non è quindi necessario tentare di ricostruire una scheda del prodotto: la richiesta può partire dal nome botanico oppure dalla varietà, accompagnata dagli altri dati necessari. Oggetto e corpo del messaggio devono rendere chiaro quale articolo deve essere controllato. Un oggetto esplicito, come «Richiesta di verifica – varietà non presente nel catalogo», aiuta a impostare correttamente la comunicazione. Nel corpo vanno riportati in modo leggibile nome botanico o varietà, quantità desiderata, destinazione e recapiti aziendali, chiarendo che la richiesta ha finalità di 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Il canale corretto e un modello di messaggio</a:t>
            </a:r>
          </a:p>
        </p:txBody>
      </p:sp>
      <p:sp>
        <p:nvSpPr>
          <p:cNvPr id="3" name="Content Placeholder 2"/>
          <p:cNvSpPr>
            <a:spLocks noGrp="1"/>
          </p:cNvSpPr>
          <p:nvPr>
            <p:ph idx="1"/>
          </p:nvPr>
        </p:nvSpPr>
        <p:spPr/>
        <p:txBody>
          <a:bodyPr/>
          <a:lstStyle/>
          <a:p>
            <a:pPr>
              <a:defRPr sz="1800"/>
            </a:pPr>
            <a:r>
              <a:t>erifica e non costituisce un ordine.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Prima dell’invio: la regola operativa</a:t>
            </a:r>
          </a:p>
        </p:txBody>
      </p:sp>
      <p:sp>
        <p:nvSpPr>
          <p:cNvPr id="3" name="Content Placeholder 2"/>
          <p:cNvSpPr>
            <a:spLocks noGrp="1"/>
          </p:cNvSpPr>
          <p:nvPr>
            <p:ph idx="1"/>
          </p:nvPr>
        </p:nvSpPr>
        <p:spPr/>
        <p:txBody>
          <a:bodyPr/>
          <a:lstStyle/>
          <a:p>
            <a:pPr>
              <a:defRPr sz="1800"/>
            </a:pPr>
            <a:r>
              <a:t>Prima dell’invio, rileggi la richiesta come farebbe chi non sta consultando il catalogo: devono essere visibili l’articolo, il fabbisogno, la destinazione e il mittente, senza dover ricostruire questi elementi. Finché la disponibilità non è confermata, usa internamente lo stato «non a catalogo — da verificare»: non presentare la varietà come disponibile e non inserirla tra le scorte confermate. Nell’oggetto fai risaltare che si tratta di una richiesta di verifica per una varietà non in elenco. Non allegare un altro nome commerciale come sostituto: la verifica deve partire dal nome botanico o dalla varietà indicata. Non anticipare un prezzo co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Prima dell’invio: la regola operativa</a:t>
            </a:r>
          </a:p>
        </p:txBody>
      </p:sp>
      <p:sp>
        <p:nvSpPr>
          <p:cNvPr id="3" name="Content Placeholder 2"/>
          <p:cNvSpPr>
            <a:spLocks noGrp="1"/>
          </p:cNvSpPr>
          <p:nvPr>
            <p:ph idx="1"/>
          </p:nvPr>
        </p:nvSpPr>
        <p:spPr/>
        <p:txBody>
          <a:bodyPr/>
          <a:lstStyle/>
          <a:p>
            <a:pPr>
              <a:defRPr sz="1800"/>
            </a:pPr>
            <a:r>
              <a:t>me se fosse confermato: per la voce richiesta, il preventivo è il punto in cui vengono confermati prezzo finale e spese di spedizione.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Dopo l’invio: cosa viene verificato</a:t>
            </a:r>
          </a:p>
        </p:txBody>
      </p:sp>
      <p:sp>
        <p:nvSpPr>
          <p:cNvPr id="3" name="Content Placeholder 2"/>
          <p:cNvSpPr>
            <a:spLocks noGrp="1"/>
          </p:cNvSpPr>
          <p:nvPr>
            <p:ph idx="1"/>
          </p:nvPr>
        </p:nvSpPr>
        <p:spPr/>
        <p:txBody>
          <a:bodyPr/>
          <a:lstStyle/>
          <a:p>
            <a:pPr>
              <a:defRPr sz="1800"/>
            </a:pPr>
            <a:r>
              <a:t>Dopo l’invio, la richiesta e gli articoli richiesti vengono esaminati prima che sia formulato un preventivo. In quella fase vengono verificate disponibilità e condizioni di fornitura. Il preventivo conferma quindi ciò che può essere proposto, inclusi prezzo finale e spese di spedizione. Le richieste sono senza impegno e le condizioni di fornitura sono concordate separatamente. Di conseguenza, l’articolo passa da «da verificare» a «disponibile» solo dopo una conferma esplicita: non prima e non sulla base della sola richiesta.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 finale</a:t>
            </a:r>
          </a:p>
        </p:txBody>
      </p:sp>
      <p:sp>
        <p:nvSpPr>
          <p:cNvPr id="3" name="Content Placeholder 2"/>
          <p:cNvSpPr>
            <a:spLocks noGrp="1"/>
          </p:cNvSpPr>
          <p:nvPr>
            <p:ph idx="1"/>
          </p:nvPr>
        </p:nvSpPr>
        <p:spPr/>
        <p:txBody>
          <a:bodyPr/>
          <a:lstStyle/>
          <a:p>
            <a:pPr>
              <a:defRPr sz="1800"/>
            </a:pPr>
            <a:r>
              <a:t>Prima di premere invio, controlla questa lista: il nome botanico o della varietà è indicato; la quantità desiderata è chiara; la destinazione è completa; i recapiti aziendali sono presenti; la disponibilità non è ancora presentata come confermata; il messaggio chiede una verifica e non un ordine. Con questi dati la richiesta è pronta per essere esaminata senza presentare come disponibile un articolo che deve ancora essere verificato.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Links</a:t>
            </a:r>
          </a:p>
        </p:txBody>
      </p:sp>
      <p:sp>
        <p:nvSpPr>
          <p:cNvPr id="3" name="Content Placeholder 2"/>
          <p:cNvSpPr>
            <a:spLocks noGrp="1"/>
          </p:cNvSpPr>
          <p:nvPr>
            <p:ph idx="1"/>
          </p:nvPr>
        </p:nvSpPr>
        <p:spPr/>
        <p:txBody>
          <a:bodyPr/>
          <a:lstStyle/>
          <a:p>
            <a:r>
              <a:rPr sz="1800">
                <a:hlinkClick r:id="rId2"/>
              </a:rPr>
              <a:t>Varietà assente dal catalogo: come preparare una richiesta verificabile</a:t>
            </a:r>
          </a:p>
          <a:p>
            <a:r>
              <a:rPr sz="1800">
                <a:hlinkClick r:id="rId3"/>
              </a:rPr>
              <a:t>Related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